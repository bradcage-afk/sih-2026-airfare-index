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CPI prices air travel from occasional manual quotes — but an airfare is not one price. It depends on when you book.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The 15 busiest domestic city pairs, re-priced every 10 minutes and published as a price index.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chart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63240"/>
            <a:ext cx="5257800" cy="3169596"/>
          </a:xfrm>
          <a:prstGeom prst="rect">
            <a:avLst/>
          </a:prstGeom>
        </p:spPr>
      </p:pic>
      <p:pic>
        <p:nvPicPr>
          <p:cNvPr id="15366" name="Picture 15365" descr="chart-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33856"/>
            <a:ext cx="5394960" cy="262405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400800" y="4224528"/>
            <a:ext cx="53949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Real fares from our own scraper.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nothing on DEL–BOM. Nobody publishes that spread — so it has to be measured.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0" y="5486400"/>
            <a:ext cx="539496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The model is config; it fails over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15,000+ live fares in Postgres · 132 scheduled runs, 98% clean · a public dashboard reading the database on every load.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pic>
        <p:nvPicPr>
          <p:cNvPr id="17425" name="Picture 17424" descr="chart-ca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224528"/>
            <a:ext cx="4206240" cy="175719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372600" y="4224528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Stack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3908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9372600" y="4590288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Python · Playwright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OpenAI-compatible LLM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Pydantic validation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Supabase Postgres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cron · HTML +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5 lead times  ·  field notes → URL, timestamp and model stored per fare</a:t>
            </a:r>
          </a:p>
        </p:txBody>
      </p:sp>
      <p:pic>
        <p:nvPicPr>
          <p:cNvPr id="17414" name="Picture 17413" descr="chart-carri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45152"/>
            <a:ext cx="5486400" cy="149848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More city pairs, a second permitted portal, and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