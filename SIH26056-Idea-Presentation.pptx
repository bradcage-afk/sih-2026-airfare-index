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NAME›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600" b="1">
                <a:solidFill>
                  <a:srgbClr val="1F497D"/>
                </a:solidFill>
                <a:latin typeface="Times New Roman"/>
              </a:rPr>
              <a:t>A DAILY AIRFARE PRICE INDEX FOR INDIA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411480" y="1115568"/>
            <a:ext cx="5669280" cy="7498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THE PROBLEM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CPI prices air travel from occasional manual quotes — but an airfare is not one price. It depends on when you book.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2066543"/>
            <a:ext cx="566928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Proposed Solution</a:t>
            </a:r>
          </a:p>
          <a:p>
            <a:pPr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262B33"/>
                </a:solidFill>
                <a:latin typeface="Arial"/>
              </a:rPr>
              <a:t>A fixed basket of routes, re-priced every 10 minutes and published as a price index.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429768" y="2340864"/>
            <a:ext cx="1371600" cy="27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5" name="Picture 15364" descr="chart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063240"/>
            <a:ext cx="5257800" cy="3169596"/>
          </a:xfrm>
          <a:prstGeom prst="rect">
            <a:avLst/>
          </a:prstGeom>
        </p:spPr>
      </p:pic>
      <p:pic>
        <p:nvPicPr>
          <p:cNvPr id="15366" name="Picture 15365" descr="chart-cur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133856"/>
            <a:ext cx="5394960" cy="2624057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6400800" y="4224528"/>
            <a:ext cx="53949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Real fares from our own scraper.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5A626C"/>
                </a:solidFill>
                <a:latin typeface="Arial"/>
              </a:rPr>
              <a:t>Booking a month ahead saves 40% on BLR–HYD and nothing on DEL–BOM. Nobody publishes that spread — so it has to be measured.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6400800" y="510235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Innovation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6419088" y="537667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6400800" y="5486400"/>
            <a:ext cx="539496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•  Fares found by shape, not by CSS selectors.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•  The model is config; it fails over automatically.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Methodology — one route, one booking window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Robots gate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RFC 9309 check
before any fetch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Fetch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Headless browser
renders the page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Trim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13,000 chars
down to 3,700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LLM → strict JSON
retry, then fail over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Schema + range
never estimates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Store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INSERT with the
model that read it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3246120"/>
            <a:ext cx="11338560" cy="84124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2,342 live fares in Postgres · 14 scheduled runs · zero failed extractions · a public dashboard reading the database on every load.</a:t>
            </a:r>
          </a:p>
        </p:txBody>
      </p:sp>
      <p:pic>
        <p:nvPicPr>
          <p:cNvPr id="17424" name="Picture 17423" descr="chart-rec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187952"/>
            <a:ext cx="4069080" cy="2044781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6400800" y="422452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Technologies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41908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400800" y="4617720"/>
            <a:ext cx="5394960" cy="1554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 · Playwright headless Chromium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LLM over an OpenAI-compatible endpoint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Pydantic validation · Supabase Postgres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cron on a residential host · HTML + SVG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Feasibility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54480"/>
            <a:ext cx="5486400" cy="1828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working prototype, collecting right now.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₹0 a month: free tiers end to end.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~2 minutes of compute per 10-minute cycle.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new route is one line; a new portal, one entry.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611880"/>
            <a:ext cx="5486400" cy="86868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MANUAL COLLECTION vs THIS PIPELINE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periodic → every 10 minutes  ·  one quoted price → 5 lead times  ·  field notes → URL, timestamp and model stored per fare</a:t>
            </a:r>
          </a:p>
        </p:txBody>
      </p:sp>
      <p:pic>
        <p:nvPicPr>
          <p:cNvPr id="17414" name="Picture 17413" descr="chart-carri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45152"/>
            <a:ext cx="5486400" cy="1498488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Risks, and what we did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400800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8" name="Rectangle 17417"/>
          <p:cNvSpPr/>
          <p:nvPr/>
        </p:nvSpPr>
        <p:spPr>
          <a:xfrm>
            <a:off x="6400800" y="1554480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583680" y="1664207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Airline sites block automation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Basket is OTA-first; an official feed closes the gap.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400800" y="2496312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Rectangle 17420"/>
          <p:cNvSpPr/>
          <p:nvPr/>
        </p:nvSpPr>
        <p:spPr>
          <a:xfrm>
            <a:off x="6400800" y="2496312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583680" y="2606040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400800" y="343814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6400800" y="3438144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583680" y="3547872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Three died during this build. Extraction now fails over.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43799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6400800" y="4379976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583680" y="4489704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 model could invent a fare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Strict schema; components stay NULL rather than guessed.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chart-prem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188720"/>
            <a:ext cx="5760720" cy="257327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4224528"/>
            <a:ext cx="5760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Who it serves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2976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4617720"/>
            <a:ext cx="576072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/ NSO — a defensible CPI transport input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and policy — evidence on fare behaviour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Citizens — when to book, and what is normal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5577840"/>
            <a:ext cx="5760720" cy="65836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NEXT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More city pairs, a second permitted portal, and rail and bus on the same pipeline.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What changes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400800" y="1554480"/>
            <a:ext cx="5394960" cy="1554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daily series, not occasional manual quotes.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The booking-window dimension CPI cannot see.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Every point traceable to source, time and model.</a:t>
            </a:r>
          </a:p>
        </p:txBody>
      </p:sp>
      <p:pic>
        <p:nvPicPr>
          <p:cNvPr id="17418" name="Picture 17417" descr="dash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493008"/>
            <a:ext cx="4800600" cy="246606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6400800" y="5961888"/>
            <a:ext cx="539496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Live at real-time-airfare.vercel.app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Methodology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27048"/>
            <a:ext cx="5577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CPI Manual: Concepts and Methods (IMF / ILO, 2020)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— CPI (Base 2012=100), Transport sub-index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Eurostat — web-scraped data in HICP compilation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ONS (UK) — web-scraped data in consumer prices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52044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Standards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9768" y="379476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3913632"/>
            <a:ext cx="55778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RFC 9309 — Robots Exclusion Protocol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Each portal's robots.txt, re-checked at run time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monthly domestic traffic — basket selection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Our own field research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400800" y="1527048"/>
            <a:ext cx="5394960" cy="3108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Portal survey: one OTA permits and serves us; two disallow or block outright.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Python's standard robots parser wrongly permits paths these sites disallow — we implemented RFC 9309.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Of 56 free-tier models, six answered; three reached end-of-life during the build, one mid-run.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Splitting the prompt into 800-character chunks took a small model from 1 of 40 fares to 38.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