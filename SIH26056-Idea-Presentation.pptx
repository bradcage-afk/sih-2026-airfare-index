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A DAILY AIRFARE PRICE INDEX FOR INDIA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11480" y="1115568"/>
            <a:ext cx="5669280" cy="7498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 PROBLEM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CPI prices air travel from occasional manual quotes — but an airfare is not one price. It depends on when you book.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2066543"/>
            <a:ext cx="56692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A fixed basket of routes, re-priced every 10 minutes, published as a price index — and as a plain answer for travellers: is today a good day to book?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29768" y="2340864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584448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29768" y="385876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TextBox 15366"/>
          <p:cNvSpPr txBox="1"/>
          <p:nvPr/>
        </p:nvSpPr>
        <p:spPr>
          <a:xfrm>
            <a:off x="411480" y="3977639"/>
            <a:ext cx="566928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Fares found by shape, not by CSS selectors.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model is config — it fails over when one dies.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Robots-checked before every single fetch.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Never estimates: unpublished fields stay NULL.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411480" y="553212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RUNNING NOW  ·  2,342 fares  ·  6 routes × 5 windows  ·  every 10 minutes</a:t>
            </a:r>
          </a:p>
        </p:txBody>
      </p:sp>
      <p:pic>
        <p:nvPicPr>
          <p:cNvPr id="15369" name="Picture 15368" descr="chart-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17320"/>
            <a:ext cx="5394960" cy="2624057"/>
          </a:xfrm>
          <a:prstGeom prst="rect">
            <a:avLst/>
          </a:prstGeom>
        </p:spPr>
      </p:pic>
      <p:sp>
        <p:nvSpPr>
          <p:cNvPr id="15370" name="TextBox 15369"/>
          <p:cNvSpPr txBox="1"/>
          <p:nvPr/>
        </p:nvSpPr>
        <p:spPr>
          <a:xfrm>
            <a:off x="6400800" y="5102352"/>
            <a:ext cx="53949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Real fares from our own scraper.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Booking a month ahead saves 40% on BLR–HYD and nothing at all on DEL–BOM. Nobody publishes that spread — which is exactly why it has to be measured rather than assumed.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Robots gate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RFC 9309 check
before any fetch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Fetch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Headless browser
renders the page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Trim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13,000 chars
down to 3,700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Store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INSERT with the
model that read it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2,342 live fares in Postgres · 14 scheduled runs · zero failed extractions · a public dashboard reading the database on every load.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11480" y="4315968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Technologies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9768" y="45902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411480" y="4709160"/>
            <a:ext cx="54864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 · Playwright headless Chromium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LLM over an OpenAI-compatible endpoint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Pydantic validation · Supabase Postgres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cron on a residential host · HTML/SVG dashboard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31596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Why the trim matters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419088" y="45902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400800" y="4709160"/>
            <a:ext cx="539496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A results page is mostly navigation and offers.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Sending only the fare rows keeps the prompt short —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which is what stops a model truncating its JSON.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prototype, collecting right now.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6118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periodic → every 10 minutes  ·  one quoted price → 5 lead times  ·  field notes → URL, timestamp and model stored per fare</a:t>
            </a:r>
          </a:p>
        </p:txBody>
      </p:sp>
      <p:pic>
        <p:nvPicPr>
          <p:cNvPr id="17414" name="Picture 17413" descr="chart-carri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45152"/>
            <a:ext cx="5486400" cy="149848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Airline sites block automation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Basket is OTA-first; an official feed closes the gap.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Strict schema; components stay NULL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224528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617720"/>
            <a:ext cx="5760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5577840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NEXT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More city pairs, a second permitted portal, and rail and bus on the same pipeline.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daily series, not occasional manual quotes.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booking-window dimension CPI cannot see.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Every point traceable to source, time and model.</a:t>
            </a:r>
          </a:p>
        </p:txBody>
      </p:sp>
      <p:pic>
        <p:nvPicPr>
          <p:cNvPr id="17418" name="Picture 17417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6400800" y="596188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at real-time-airfare.vercel.app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survey: one OTA permits and serves us; two disallow or block outright.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