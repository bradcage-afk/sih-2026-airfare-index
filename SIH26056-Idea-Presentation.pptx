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AIRFARE PRICE INDEX  —  IDEA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70432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Proposed Solution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429768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536192"/>
            <a:ext cx="562356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B33"/>
                </a:solidFill>
                <a:latin typeface="Arial"/>
              </a:rPr>
              <a:t>•  A daily, machine-collected airfare price index for MoSPI.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Fixed basket: 6 city pairs × 5 booking lead times × multiple portals, re-priced every 4 hours by an automated pipeline.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An airfare is not one price — it is a price surface over how early you book. Fixed lead-time windows make the series comparable day to day.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Output: a CPI-ready index series plus the fare micro-data behind every point.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52044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The basket, fixed by design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1148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DEL–BOM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353312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DEL–BLR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2295144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BOM–BLR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3236976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DEL–CCU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178808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BLR–HYD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512064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MAA–DEL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411480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1353312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T+7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295144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T+15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36976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T+30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178808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T+45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645152"/>
            <a:ext cx="5623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Routes above · advance-booking windows below — 60 observations per run, ~360 per day.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11480" y="5074920"/>
            <a:ext cx="5623560" cy="102412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WHAT IS STORED — ONE ROW PER FLIGHT, NOT JUST THE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origin · destination · carrier · source · advance_window_days · base_fare · taxes · udf · convenience_fee · total_fare · model_used · scraped_at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The index is recomputed from this micro-data, so a revision never means re-collecting.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446520" y="117043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6464807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6446520" y="1536192"/>
            <a:ext cx="53492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CPI air-fare collection is manual, infrequent and quotes a single price; it cannot see the booking-window dimension that drives what people pay.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This pipeline replaces field collection with a reproducible daily series, auditable back to the exact page and timestamp it came from.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Same basket, same windows, every day — the comparability a price index needs.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6446520" y="331012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84" name="Rectangle 15383"/>
          <p:cNvSpPr/>
          <p:nvPr/>
        </p:nvSpPr>
        <p:spPr>
          <a:xfrm>
            <a:off x="6464807" y="35844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6446520" y="3675887"/>
            <a:ext cx="534924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Structure-based extraction, not CSS selectors.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Fare rows are found by their shape — a time and a ₹ price repeating — so a site redesign does not break the scraper.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Model-agnostic LLM parsing.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One OpenAI-compatible client; the model id is configuration. Every row stores model_used, so extraction quality is auditable in SQL.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Compliance built in, not bolted on.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RFC 9309 robots gate, rate limiting and randomised delays before any fetch.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179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Language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554480" y="153161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Python 3.11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8150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Fetch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554480" y="182879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Playwright — headless Chromium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11226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Extraction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554480" y="212598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LLM over an OpenAI-compatible endpoint — model is config, with failover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240944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Validation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554480" y="242316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Pydantic v2 — strict schema, no invented values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270662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Storage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554480" y="272034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Supabase / PostgreSQL — insert-only time series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30038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Scheduling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554480" y="301752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GitHub Actions — cron, every 4 hours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11480" y="33009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Front end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554480" y="331470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HTML + SVG index dashboard, light/dark, no framework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840480"/>
            <a:ext cx="4389120" cy="969264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CADENCE AND VOLUME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Every 4 hours → 6 runs a day → 60 pages a run → ~360 pages and roughly 2,000 validated fare rows a day, at ~4 minutes of compute per run.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Extending it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5358384"/>
            <a:ext cx="4389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city pair: one line in config.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portal: one entry in the source registry.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different model: change one environment variable.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Methodology — the pipeline, one route × one window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507492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1  Robots gate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RFC 9309 check
per host, cached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6128308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254496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2  Fetch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Playwright renders
the results page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7307884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7434071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3  Trim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Keep only the
fare rows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8487460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8613647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4  Extract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LLM → strict JSON
1 retry, then skip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9667036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9793224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5  Validate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Pydantic schema
+ sanity ranges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10846612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1097280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6  Store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INSERT into fares
with model_used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074920" y="2450592"/>
            <a:ext cx="66751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Retry with backoff (max 2) · randomised 3–5 s between requests · shared rate limiter on LLM calls · one failure never ends the run.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074920" y="2907792"/>
            <a:ext cx="6675120" cy="9326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RUNNING, NOT PROPOSED  ·  1 Sep 2026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109 live fares scraped, parsed and written to Postgres in one 5-minute run — zero failed fetches, zero failed extractions. Results page trimmed from 13,000 to 3,700 characters before the model sees it. The dashboard reads the database directly at real-time-airfare.vercel.app.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074920" y="404164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Why the trim matters</a:t>
            </a:r>
          </a:p>
        </p:txBody>
      </p:sp>
      <p:sp>
        <p:nvSpPr>
          <p:cNvPr id="17446" name="Rectangle 17445"/>
          <p:cNvSpPr/>
          <p:nvPr/>
        </p:nvSpPr>
        <p:spPr>
          <a:xfrm>
            <a:off x="5093207" y="431596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5074920" y="4407408"/>
            <a:ext cx="6675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 results page is ~13,000 characters of navigation, filters and offers; the fares are ~3,700 of them.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Sending only the fare block keeps the prompt short — which is what stops a model truncating its JSON half way through the list.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Longer listings are split across calls rather than sent as one long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81328"/>
            <a:ext cx="4343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A working prototype exists today.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Fetch → extract → validate → store runs end to end against a live portal.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Runs at zero marginal cost.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GitHub Actions free tier, Supabase free tier, free-tier LLM inference.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Volume is small and predictable.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60 pages per run × 6 runs a day; ~90 model calls per run, inside a 40-requests-per-minute limit.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Scales by configuration, not code.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A new city pair is one line; a new portal is one dictionary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977639"/>
            <a:ext cx="4343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RUNNING COST AT FULL BASKET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₹0 / month on free tiers · ~4 minutes of compute per run · no field staff, no travel, no manual keying.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5340096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Frequency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389888" y="5340096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periodic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615184" y="5340096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every 4 hours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5554980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Coverage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389888" y="5554980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one quoted price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615184" y="5554980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5 lead times × portals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1480" y="5769864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Audit trail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89888" y="5769864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field records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615184" y="5769864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URL, timestamp, model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5984748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Marginal cost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389888" y="5984748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staff time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615184" y="5984748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≈ zero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challenges, risks and strategies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5074920" y="1517904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5074920" y="1517904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5230368" y="1581912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 portals block headless browsers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IndiGo, Air India and Akasa refuse automated traffic. Basket is OTA-first; residential proxy or an official airline/GDS feed via the Ministry closes the gap.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074920" y="2377439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4" name="Rectangle 17433"/>
          <p:cNvSpPr/>
          <p:nvPr/>
        </p:nvSpPr>
        <p:spPr>
          <a:xfrm>
            <a:off x="5074920" y="2377439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5230368" y="2441447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Some portals disallow their search paths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Ixigo's robots.txt forbids /search/result/. The gate detects it and skips the source automatically — we only ever crawl what we are permitted to.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074920" y="3236975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5074920" y="3236975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5230368" y="3300983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Model availability is unreliable — the pipeline now routes around 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Three models died during this build: two were already end-of-life at design time, and a third was retired mid-run (410 Gone). Extraction now fails over to the next configured model automatically, and model_used is stored per row so every switch is auditable.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074920" y="4096511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5074920" y="4096511"/>
            <a:ext cx="45720" cy="78638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230368" y="4160520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Sites redesign their markup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Extraction keys off structure (a time next to a price), not class names, so a redesign changes nothing. An explicit selector can still be pinned per source.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074920" y="4956048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5074920" y="4956048"/>
            <a:ext cx="45720" cy="78638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5230368" y="5020056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Strict schema, plausible-range checks, and components left NULL when the page does not show them — the pipeline never estimates a number.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MoSPI / NSO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CPI transport sub-index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64408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DGCA &amp; policy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fare behaviour evidence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Airlines &amp; OTAs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market benchmark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64408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Citizens &amp; press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when to book, what is normal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2761488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Replaces a slow, manual, partial fare collection with a daily series that can be recomputed and audited from stored micro-data.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Adds the dimension CPI cannot currently see: how much of a fare is the ticket and how much is booking late.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Every index point traces to a source, a URL, a timestamp and the model that read it — a statistical office can defend it.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224528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Benefits of the solution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4608576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63040" y="4599432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Sharper CPI input for monetary policy and indexation; a public benchmark for a market with no published price series.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5120640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463040" y="5111496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Transparency on festival and disaster-time surges; households can see what booking earlier is worth.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5632704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Operational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463040" y="5623560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No field enumeration, no manual entry, near-zero cost, reproducible on demand.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355080" y="1097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Working index dashboard (prototype)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733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7" name="Picture 17426" descr="dash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17904"/>
            <a:ext cx="5394960" cy="3332181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355080" y="4956048"/>
            <a:ext cx="53949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Live at real-time-airfare.vercel.app, reading the database on every load.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Two audiences, one dataset: the index for MoSPI, and a plain-language “should I book?” view for travellers. Verdicts are withheld until enough history exists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Price-statistics 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26464"/>
            <a:ext cx="8275320" cy="79369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Consumer Price Index Manual: Concepts and Methods (IMF / ILO, 2020) — treatment of reservation-based prices such as airfares.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MoSPI / NSO — CPI (Base 2012=100) methodology and Transport sub-index — mospi.gov.in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Eurostat — guidance on using web-scraped data in HICP compilation.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ONS (UK) — using web-scraped and scanner data in consumer price statistics.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2293315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Standards and compliance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2567635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2604211"/>
            <a:ext cx="8275320" cy="60441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RFC 9309 — Robots Exclusion Protocol — rfc-editor.org/rfc/rfc9309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Robots.txt of each portal, re-checked at run time before any fetch.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DGCA monthly domestic air traffic reports — route-level volumes used to justify the six-route basket.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3281781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Technology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9768" y="3556101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11480" y="3592677"/>
            <a:ext cx="8275320" cy="41513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Playwright — playwright.dev  ·  NVIDIA NIM (OpenAI-compatible API) — build.nvidia.com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Pydantic v2 — docs.pydantic.dev  ·  Supabase / PostgreSQL — supabase.com/docs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4080967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Our own field research  (31 Aug 2026)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429768" y="435528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11480" y="4391863"/>
            <a:ext cx="8275320" cy="142280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Portal survey: Cleartrip permits /flights/results and renders 61 fare rows headless; Ixigo disallows its search path; IndiGo, Air India and Akasa block headless traffic outright.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 parsing: Python's standard robotparser follows the 1994 draft — it ends a group at a blank line and returns the first matching rule, which wrongly permits paths Ixigo and Cleartrip disallow. We implemented RFC 9309 instead.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Model availability: of 56 free-tier chat models, six answered at all, and three reached end-of-life during this build — one mid-run. Catalogue sweeping and failover are now part of the system.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Prompt sizing: a small model returned 1 of 40 fares from a full page, but all 38 once split into 800-character chunks — quality is as much how much you ask for as who you ask.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006840" y="1115568"/>
            <a:ext cx="2743200" cy="21214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PROTOTYPE STATUS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fetcher · extractor · validator · database writer · orchestrator · model comparison · scheduled workflow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Running end to end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Live fares in Supabase Postgres, a public dashboard reading them, and scheduled runs every 4 hours.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Offline test suite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13 checks covering fenced, truncated, malformed and failed model replies — all passing.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