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Fare Enough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WHY WE STAND OUT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Fare Enough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078992"/>
            <a:ext cx="786384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APIx  —  a daily airfare inflation index for the CPI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5A626C"/>
                </a:solidFill>
                <a:latin typeface="Arial"/>
              </a:rPr>
              <a:t>India's CPI still prices air travel from monthly manual visits. We measure it every ten minutes and publish it in the form a statistical office can ingest.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11480" y="2084831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The standard method,
not a homemade average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Weighted Jevons on minimum logical fares — the elementary-aggregate method Eurostat and ONS use for their own price indices.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411480" y="2084831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Rounded Rectangle 15364"/>
          <p:cNvSpPr/>
          <p:nvPr/>
        </p:nvSpPr>
        <p:spPr>
          <a:xfrm>
            <a:off x="4370832" y="2084831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Weighting is a matrix,
not a guess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Every cell is weighted by route share of scheduled seats × booking lead time, so Delhi–Mumbai moves the index three times as much as Delhi–Srinagar.</a:t>
            </a:r>
          </a:p>
        </p:txBody>
      </p:sp>
      <p:sp>
        <p:nvSpPr>
          <p:cNvPr id="15366" name="Rectangle 15365"/>
          <p:cNvSpPr/>
          <p:nvPr/>
        </p:nvSpPr>
        <p:spPr>
          <a:xfrm>
            <a:off x="4370832" y="2084831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ounded Rectangle 15366"/>
          <p:cNvSpPr/>
          <p:nvPr/>
        </p:nvSpPr>
        <p:spPr>
          <a:xfrm>
            <a:off x="8330183" y="2084831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It knows when not
to publish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Below 60% basket coverage a figure is marked provisional with the reason. An index that admits thin coverage is worth more than one that never does.</a:t>
            </a:r>
          </a:p>
        </p:txBody>
      </p:sp>
      <p:sp>
        <p:nvSpPr>
          <p:cNvPr id="15368" name="Rectangle 15367"/>
          <p:cNvSpPr/>
          <p:nvPr/>
        </p:nvSpPr>
        <p:spPr>
          <a:xfrm>
            <a:off x="8330183" y="2084831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411480" y="3584448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Machine-readable
for MoSPI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An authenticated REST endpoint returns the index with its method, coverage and revision history. Nobody retypes a number from a screen.</a:t>
            </a:r>
          </a:p>
        </p:txBody>
      </p:sp>
      <p:sp>
        <p:nvSpPr>
          <p:cNvPr id="15370" name="Rectangle 15369"/>
          <p:cNvSpPr/>
          <p:nvPr/>
        </p:nvSpPr>
        <p:spPr>
          <a:xfrm>
            <a:off x="411480" y="3584448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4370832" y="3584448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Compliance by
construction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robots.txt is checked to RFC 9309 before every single request. We wrote our own parser because Python's standard one gets it wrong.</a:t>
            </a:r>
          </a:p>
        </p:txBody>
      </p:sp>
      <p:sp>
        <p:nvSpPr>
          <p:cNvPr id="15372" name="Rectangle 15371"/>
          <p:cNvSpPr/>
          <p:nvPr/>
        </p:nvSpPr>
        <p:spPr>
          <a:xfrm>
            <a:off x="4370832" y="3584448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8330183" y="3584448"/>
            <a:ext cx="3703320" cy="133502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It never
estimates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Fields a portal does not publish stay NULL. Cells with too few observations are excluded, not filled in. The system says when it does not know.</a:t>
            </a:r>
          </a:p>
        </p:txBody>
      </p:sp>
      <p:sp>
        <p:nvSpPr>
          <p:cNvPr id="15374" name="Rectangle 15373"/>
          <p:cNvSpPr/>
          <p:nvPr/>
        </p:nvSpPr>
        <p:spPr>
          <a:xfrm>
            <a:off x="8330183" y="3584448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5" name="Rounded Rectangle 15374"/>
          <p:cNvSpPr/>
          <p:nvPr/>
        </p:nvSpPr>
        <p:spPr>
          <a:xfrm>
            <a:off x="411480" y="5138928"/>
            <a:ext cx="11338560" cy="676656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BUILT AND RUNNING  ·  36,000+ fares collected  ·  15 busiest city pairs × 5 booking lead times  ·  every 10 minutes  ·  ₹0 a month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Fare Enough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Methodology — one route, one booking window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Collect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Robots-gated fetch
every 10 minutes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Extract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LLM → strict JSON
retry, then fail over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Validate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Schema + range
never estimates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Clean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Min 3 observations
exclusions published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Weighted Jevons
route × lead time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Publish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Portal + REST API
for MoSPI ingestion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3246120"/>
            <a:ext cx="11338560" cy="84124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36,076 fares · 298 runs, 98.7% clean · APIx published daily and monthly · live portal and authenticated REST API, both reading Postgres directly.</a:t>
            </a:r>
          </a:p>
        </p:txBody>
      </p:sp>
      <p:pic>
        <p:nvPicPr>
          <p:cNvPr id="17424" name="Picture 17423" descr="chart-reco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187952"/>
            <a:ext cx="4069080" cy="2044781"/>
          </a:xfrm>
          <a:prstGeom prst="rect">
            <a:avLst/>
          </a:prstGeom>
        </p:spPr>
      </p:pic>
      <p:pic>
        <p:nvPicPr>
          <p:cNvPr id="17425" name="Picture 17424" descr="chart-cad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224528"/>
            <a:ext cx="4206240" cy="1758472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9372600" y="4224528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Stack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939088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9372600" y="4590288"/>
            <a:ext cx="246888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Python · Playwright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OpenAI-compatible LLM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Pydantic validation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Supabase Postgres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cron · HTML + SVG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Fare Enough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133856"/>
            <a:ext cx="5623560" cy="117043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Technical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India is the world's fifth-largest aviation market, worth USD 18.14 bn in 2026 and growing at 11.72% a year. The prices exist and change constantly — what is missing is a systematic way to measure them.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11480" y="1133856"/>
            <a:ext cx="50292" cy="1170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2414015"/>
            <a:ext cx="5623560" cy="117043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Operational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164 million domestic passengers a year across 148 operational airports, up from 74 in 2014. A fixed basket of the 15 busiest city pairs tracks the traffic that actually matters.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11480" y="2414015"/>
            <a:ext cx="50292" cy="1170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3694175"/>
            <a:ext cx="5623560" cy="117043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Economic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The pipeline runs on free tiers at ₹0 a month and ~2 minutes of compute per cycle. MoSPI's field collectors visit shops and markets monthly; this observes 144 times a day without leaving a desk.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411480" y="3694175"/>
            <a:ext cx="50292" cy="1170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4974336"/>
            <a:ext cx="5623560" cy="117043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Regulatory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Eurostat publishes guidance on web-scraped prices for HICP and names air fares explicitly. ONS has done it since 2014. The method is precedented in official statistics, not experimental.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11480" y="4974336"/>
            <a:ext cx="50292" cy="1170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Risks, and what we did about them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6400800" y="155448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1" name="Rectangle 17420"/>
          <p:cNvSpPr/>
          <p:nvPr/>
        </p:nvSpPr>
        <p:spPr>
          <a:xfrm>
            <a:off x="6400800" y="1554480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583680" y="1664207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16 portals surveyed, one is usable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Ten disallow us, four block us, airlines refuse automation entirely.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400800" y="2496312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6400800" y="2496312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583680" y="2606040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Cloud IPs are blocked too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Verified in CI — so collection runs from a residential host.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400800" y="3438144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6400800" y="3438144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6583680" y="3547872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Three died during this build. Extraction now fails over automatically.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400800" y="4379976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0" name="Rectangle 17429"/>
          <p:cNvSpPr/>
          <p:nvPr/>
        </p:nvSpPr>
        <p:spPr>
          <a:xfrm>
            <a:off x="6400800" y="4379976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6583680" y="4489704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Thin coverage would mislead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Days below 60% basket weight publish as provisional, with the reason.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Fare Enough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From a fare on a screen to a figure in the CPI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7160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A fare is published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A portal shows a price for one route
on one departure date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We observe it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Collected every 10 minutes,
robots-checked, timestamped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It becomes a price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Cheapest fare per route × lead time
— what a traveller could transact at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It becomes an 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Weighted Jevons across the basket
→ airfare inflation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MoSPI ingests it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REST API with method, coverage
and revision history attached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554480"/>
            <a:ext cx="1700784" cy="1243584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F81BD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CPI reflects reality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Transport sub-index priced from
144 daily observations, not 1 visit</a:t>
            </a:r>
          </a:p>
        </p:txBody>
      </p:sp>
      <p:pic>
        <p:nvPicPr>
          <p:cNvPr id="17423" name="Picture 17422" descr="chart-ap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035808"/>
            <a:ext cx="5669280" cy="2448098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400800" y="303580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Who benefits, and how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6419088" y="3310127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6400800" y="3438144"/>
            <a:ext cx="1600200" cy="27432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MoSPI / NSO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8183879" y="3419856"/>
            <a:ext cx="3611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 defensible transport input, recomputable from stored micro-data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400800" y="3950208"/>
            <a:ext cx="1600200" cy="27432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DGCA and policy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183879" y="3931920"/>
            <a:ext cx="3611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Route-level fare behaviour nobody currently publishes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400800" y="4462272"/>
            <a:ext cx="1600200" cy="27432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Citizens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183879" y="4443984"/>
            <a:ext cx="3611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 public record of what air travel actually costs over time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6400800" y="4974336"/>
            <a:ext cx="1600200" cy="27432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Researchers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8183879" y="4956048"/>
            <a:ext cx="36118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An open, reproducible price series for a market that has none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400800" y="5541264"/>
            <a:ext cx="5394960" cy="73152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497D"/>
                </a:solidFill>
                <a:latin typeface="Arial"/>
              </a:rPr>
              <a:t>OUR PROMISE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262B33"/>
                </a:solidFill>
                <a:latin typeface="Arial"/>
              </a:rPr>
              <a:t>Replace one manual price visit a month with 144 automated observations a day — at zero marginal cost.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Fare Enough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133856"/>
            <a:ext cx="3703320" cy="148132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Method — why Jevons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Eurostat, Practical guidelines on web scraping for the HICP (2020). Names air fares explicitly as a scraped category. HICP is a chain-linked Laspeyres index built on Jevons elementary aggregates.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11480" y="1133856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370832" y="1133856"/>
            <a:ext cx="3703320" cy="148132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Precedent — it is already done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ONS ran a web-scraping programme for consumer prices from 2014, Eurostat-funded from 2015. Knížat (2023), Web scraped data in consumer price indices, on aggregating daily scraped prices to monthly.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370832" y="1133856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8330183" y="1133856"/>
            <a:ext cx="3703320" cy="148132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The Indian basket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DGCA monthly city-pair statistics: 164 million domestic passengers, IndiGo 64.2% share. Our own 1,000-fare sample returned 68.2% IndiGo — arrived at independently.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8330183" y="1133856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2798064"/>
            <a:ext cx="3703320" cy="148132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Standards we hold ourselves to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RFC 9309, the Robots Exclusion Protocol. We implemented it ourselves after finding Python's standard parser reports disallowed paths as allowed.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11480" y="2798064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4370832" y="2798064"/>
            <a:ext cx="3703320" cy="148132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Our own field research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16 Indian portals surveyed: one usable. 56 free-tier models tested: six answered, three reached end-of-life mid-build. Prompt chunking took a small model from 1 of 40 fares to 38.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4370832" y="2798064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330183" y="2798064"/>
            <a:ext cx="3703320" cy="148132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Live for inspection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Portal: apix-portal.pages.dev  ·  API: apix-api-n5ux.onrender.com/docs  ·  Code and full method: github.com/BradCage-afk/sih-2026-airfare-index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8330183" y="2798064"/>
            <a:ext cx="3703320" cy="45720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